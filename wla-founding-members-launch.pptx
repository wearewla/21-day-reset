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0" y="82296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✦  FOUNDING MEMBERS LAUNCH  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0" i="1">
                <a:solidFill>
                  <a:srgbClr val="D97757"/>
                </a:solidFill>
                <a:latin typeface="Libre Baskerville"/>
              </a:rPr>
              <a:t>The Weight Loss </a:t>
            </a:r>
            <a:r>
              <a:rPr sz="6400" b="0" i="1">
                <a:solidFill>
                  <a:srgbClr val="D97757"/>
                </a:solidFill>
                <a:latin typeface="Libre Baskerville"/>
              </a:rPr>
              <a:t>&amp;</a:t>
            </a:r>
          </a:p>
          <a:p>
            <a:pPr algn="ctr">
              <a:lnSpc>
                <a:spcPct val="110000"/>
              </a:lnSpc>
              <a:spcAft>
                <a:spcPts val="2400"/>
              </a:spcAft>
            </a:pPr>
            <a:r>
              <a:rPr sz="7200" b="1" i="1">
                <a:solidFill>
                  <a:srgbClr val="0E2746"/>
                </a:solidFill>
                <a:latin typeface="Libre Baskerville"/>
              </a:rPr>
              <a:t>Lifestyle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5A6478"/>
                </a:solidFill>
                <a:latin typeface="Alegreya Sans"/>
              </a:rPr>
              <a:t>A live announcement with Anna Wallace  ·  Founder of WLA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 QUICK WORD BEFORE WE 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Today I want to share something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really exciting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with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Over the last few months, behind the scenes, we've been building something that I genuinely believe is going to change the future of WLA.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And honestly… I think this is going to change the game for so many women.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But before I reveal it… I want to talk about something important.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OVER THE LAST 11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WLA has helped over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50,000 women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 more confident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healthier habits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Improve their health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Put type 2 diabetes into remission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27837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9576" y="51755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finally feel back in control around food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ONE THING BECAME VERY CLEAR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hardest part of weight loss is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rarely starting.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4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hardest part… is maintaining the results once life gets busy again.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Most women do not struggle to LOSE weight. They struggle to KEEP it off once accountability disappears, routines slowly fade, old habits creep back in and life takes over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54880" y="155448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400"/>
              </a:spcAft>
            </a:pPr>
            <a:r>
              <a:rPr sz="6400" b="0" i="1">
                <a:solidFill>
                  <a:srgbClr val="FFFFFF"/>
                </a:solidFill>
                <a:latin typeface="Libre Baskerville"/>
              </a:rPr>
              <a:t>“I’ll start again </a:t>
            </a:r>
            <a:r>
              <a:rPr sz="6400" b="1" i="1">
                <a:solidFill>
                  <a:srgbClr val="E5917A"/>
                </a:solidFill>
                <a:latin typeface="Libre Baskerville"/>
              </a:rPr>
              <a:t>Monday</a:t>
            </a:r>
            <a:r>
              <a:rPr sz="6400" b="0" i="1">
                <a:solidFill>
                  <a:srgbClr val="FFFFFF"/>
                </a:solidFill>
                <a:latin typeface="Libre Baskerville"/>
              </a:rPr>
              <a:t>.”</a:t>
            </a:r>
          </a:p>
          <a:p>
            <a:pPr algn="ctr">
              <a:lnSpc>
                <a:spcPct val="135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And THAT is the cycle we want to help women finally break for good.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WOMEN WHO KEEP THE WEIGHT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Usually do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one thing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differently.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600"/>
              </a:spcAft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They continue the lifestyle.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stay connected to the support, accountability, routines, coaching and habits that helped create their results in the first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THE LIFESTYLE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They build a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lifestyle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 that supports their goals.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Real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Flexibility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EVOLUTION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resets and challenges were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never the finish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were designed to create momentum, help women reset, reduce cravings, rebuild consistency and create results quickly. And they work incredibly well for that.</a:t>
            </a:r>
          </a:p>
          <a:p>
            <a:pPr algn="l">
              <a:lnSpc>
                <a:spcPct val="15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But the women who achieve the best long-term results are usually the women who continue the habits and routines long after the challenge 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12080" y="13716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lose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the weight…</a:t>
            </a:r>
          </a:p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But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keep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669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 i="1">
                <a:solidFill>
                  <a:srgbClr val="0E2746"/>
                </a:solidFill>
                <a:latin typeface="Libre Baskerville"/>
              </a:rPr>
              <a:t>“The women who keep the weight off</a:t>
            </a:r>
          </a:p>
          <a:p>
            <a:pPr algn="ctr">
              <a:lnSpc>
                <a:spcPct val="118000"/>
              </a:lnSpc>
              <a:spcAft>
                <a:spcPts val="2800"/>
              </a:spcAft>
            </a:pPr>
            <a:r>
              <a:rPr sz="4400" b="0" i="1">
                <a:solidFill>
                  <a:srgbClr val="0E2746"/>
                </a:solidFill>
                <a:latin typeface="Libre Baskerville"/>
              </a:rPr>
              <a:t>usually </a:t>
            </a:r>
            <a:r>
              <a:rPr sz="4400" b="1" i="1">
                <a:solidFill>
                  <a:srgbClr val="D97757"/>
                </a:solidFill>
                <a:latin typeface="Libre Baskerville"/>
              </a:rPr>
              <a:t>continue the lifestyle</a:t>
            </a:r>
            <a:r>
              <a:rPr sz="4400" b="0" i="1">
                <a:solidFill>
                  <a:srgbClr val="0E2746"/>
                </a:solidFill>
                <a:latin typeface="Libre Baskerville"/>
              </a:rPr>
              <a:t>.”</a:t>
            </a:r>
          </a:p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5A6478"/>
                </a:solidFill>
                <a:latin typeface="Alegreya Sans"/>
              </a:rPr>
              <a:t>— Anna Wallace, Founder of WLA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AND HONESTLY…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 live the </a:t>
            </a:r>
            <a:r>
              <a:rPr sz="5600" b="0" i="1">
                <a:solidFill>
                  <a:srgbClr val="D97757"/>
                </a:solidFill>
                <a:latin typeface="Libre Baskerville"/>
              </a:rPr>
              <a:t>WLA way</a:t>
            </a:r>
          </a:p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every single day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NOT PERFECTLY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But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consistently enough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to: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34975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91056" y="3383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Maintain my results</a:t>
            </a:r>
          </a:p>
        </p:txBody>
      </p:sp>
      <p:sp>
        <p:nvSpPr>
          <p:cNvPr id="7" name="Oval 6"/>
          <p:cNvSpPr/>
          <p:nvPr/>
        </p:nvSpPr>
        <p:spPr>
          <a:xfrm>
            <a:off x="1280160" y="406450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395020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Feel good in myself</a:t>
            </a:r>
          </a:p>
        </p:txBody>
      </p:sp>
      <p:sp>
        <p:nvSpPr>
          <p:cNvPr id="9" name="Oval 8"/>
          <p:cNvSpPr/>
          <p:nvPr/>
        </p:nvSpPr>
        <p:spPr>
          <a:xfrm>
            <a:off x="1280160" y="463143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1056" y="451713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Stay in control around food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51983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508406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And build routines that fit real 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THAT LOOKS LIKE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still…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Plan my meals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Focus on simple nutrition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Enjoy indulgences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 my body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Prioritise routines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use the exact same principles we teach inside wla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WLA WAS NEVER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Another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short-term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 was designed to help women build a lifestyle they can actually LIVE with long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WLA isn’t something I just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teach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It’s something I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live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And honestly… that is why I’m so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passionate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about this</a:t>
            </a:r>
          </a:p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next phase of WLA.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WELCOME TO THE NEXT PHASE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The Weight Loss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&amp; Lifestyle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THIS NEXT CHAPTER IS ABOUT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About helping you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keep going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2346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8290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Stay consistent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42341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Build routines that last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0177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4892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And finally stop starting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AND THAT’S WHY WE’VE BUILT SOMETHING HUGE…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Designed to help you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continue the WLA lifestyle.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41262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focused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6748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572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Continue the wla lifestyle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22350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512063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maintain results long after the initial weight loss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20">
                <a:solidFill>
                  <a:srgbClr val="FFFFFF"/>
                </a:solidFill>
                <a:latin typeface="Alegreya Sans"/>
              </a:rPr>
              <a:t>✨  INTRODUCING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 b="1" i="1">
                <a:solidFill>
                  <a:srgbClr val="E5917A"/>
                </a:solidFill>
                <a:latin typeface="Libre Baskerville"/>
              </a:rPr>
              <a:t>The Weight Loss &amp;</a:t>
            </a:r>
          </a:p>
          <a:p>
            <a:pPr algn="ctr">
              <a:lnSpc>
                <a:spcPct val="105000"/>
              </a:lnSpc>
              <a:spcAft>
                <a:spcPts val="2000"/>
              </a:spcAft>
            </a:pPr>
            <a:r>
              <a:rPr sz="8000" b="1" i="1">
                <a:solidFill>
                  <a:srgbClr val="FFFFFF"/>
                </a:solidFill>
                <a:latin typeface="Libre Baskerville"/>
              </a:rPr>
              <a:t>Lifestyle Academy</a:t>
            </a:r>
          </a:p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F4EBDC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FIRST…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another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It’s a one-year founding membership built to help you: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52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Hold onto your results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to get consistent results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Stay accountable &amp; focused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the lifestyle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stop falling off track every time life gets busy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INSIDE THE APP YOU GET ACCESS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Everything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in one place.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Accountability &amp; progress tracking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Meal planning &amp; shopping lists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Recipes &amp; quick meals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Coaching &amp;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Lifestyle tracking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🚀  AVAILABLE INSIDE PHASE 1 AT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Here’s what Founding Members get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immediately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From the moment you join, you unlock the very first version of the new WLA experience.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01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12 Week WLA Summer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Where momentum begins.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up to 2 stone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 more confident this summer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Without miserable diets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Without intense exercise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A proven, sustainable kickstart to your founding year.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02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£1,997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LIVE Coaching Sessions With Anna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Coaching, Q&amp;As and expert guidance every single week.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motivated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consistent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Personal guidance from Anna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Always know what to focus on 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Always knowing what to focus on next.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03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Daily Coaching &amp; Accountability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Feel supported every single day, not just once a week.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Ongoing accountability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Day-to-day coaching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Real-time momentum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Help when life gets busy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Like having WLA in your pocket every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04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Female-Only WLA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Surround yourself with women on the same journey.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Share wins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Celebrate progress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Stop trying to do this 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Women who truly understand the struggles and the goals.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05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£497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Access To ALL WLA Challenges For 12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Resets, challenges and accountability sprints all year.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Every reset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Every challenge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Every accountability event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Momentum boosts year-round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Keep momentum going all year long.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06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£397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Fat Loss Meal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Simple, realistic meal guides delivered every week.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Make weight loss easier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flexible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sustainable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For real, busy lives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New guides added every single week.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07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£197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WLA Nutrition Formula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Learn the exact WLA approach.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Flexible fat loss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Long-term consistency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No restrictive rules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The principles that actually last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The formula behind 11 years of results.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08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£197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Access To The WLA Recipe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100+ simple, family-friendly recipes.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Designed for fat loss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Family-friendly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No overcomplicated nutrition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 food, real meals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bland diet food. No miserable meal plans.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09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WLA Nutrition &amp; Lifestyle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Practical tools to support your results.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Snack guides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Food swaps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Fat loss boosters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Real-life lifestyle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The small details that make a big difference.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WHAT’S INCLUDED  ·  10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74175" y="7315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00">
                <a:solidFill>
                  <a:srgbClr val="FFFFFF"/>
                </a:solidFill>
                <a:latin typeface="Alegreya Sans"/>
              </a:rPr>
              <a:t>VALUE  £297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Founding Member Access To The New WLA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Early access to the next evolution of WLA.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Advanced daily tracking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Lifestyle tracking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 dashboards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Habit tracking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 planning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Shopping lists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Future feature updates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You’re in before doors open to the wider audience.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822960"/>
            <a:ext cx="3017520" cy="50292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FFFFF"/>
                </a:solidFill>
                <a:latin typeface="Alegreya Sans"/>
              </a:rPr>
              <a:t>TOTAL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3385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FFFFF"/>
                </a:solidFill>
                <a:latin typeface="Libre Baskerville"/>
              </a:rPr>
              <a:t>£5,750</a:t>
            </a:r>
            <a:r>
              <a:rPr sz="10000" b="0" i="1">
                <a:solidFill>
                  <a:srgbClr val="E5917A"/>
                </a:solidFill>
                <a:latin typeface="Libre Baskerville"/>
              </a:rPr>
              <a:t>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80">
                <a:solidFill>
                  <a:srgbClr val="F4EBDC"/>
                </a:solidFill>
                <a:latin typeface="Alegreya Sans"/>
              </a:rPr>
              <a:t>Founding Members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338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0" i="1">
                <a:solidFill>
                  <a:srgbClr val="FFFFFF"/>
                </a:solidFill>
                <a:latin typeface="Libre Baskerville"/>
              </a:rPr>
              <a:t>You pay just </a:t>
            </a:r>
            <a:r>
              <a:rPr sz="7000" b="1" i="0">
                <a:solidFill>
                  <a:srgbClr val="E5917A"/>
                </a:solidFill>
                <a:latin typeface="Libre Baskerville"/>
              </a:rPr>
              <a:t>£97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0" y="1097280"/>
            <a:ext cx="484632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FOUNDING MEMBERS ALSO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A few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quietly significant</a:t>
            </a:r>
          </a:p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extras.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FOUNDING MEMBER BONUS  ·  01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Future Updates &amp; New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Every update we ship, included.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Every WLA app update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Every new feature we ship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Through your full founding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FOUNDING MEMBER BONUS  ·  02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Early Access Before Public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You’re in before doors open to the wider audience.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Phase 1 access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Before public launch in September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Earliest access to everything new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FOUNDING MEMBER BONUS  ·  03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LOWEST Price WLA Will Ever 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Phase 1 pricing never returns.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Founding rate locked in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Pricing increases after Phase 1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This exact offer never returns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FOUNDING MEMBER BONUS  ·  04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Help Shape The Future Of WLA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From the very beginning.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Founding members guide what gets built next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 real seat at the table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Be part of the story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128016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THE NEXT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lose weight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…</a:t>
            </a:r>
          </a:p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But helping them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keep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83280" y="91440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40">
                <a:solidFill>
                  <a:srgbClr val="FFFFFF"/>
                </a:solidFill>
                <a:latin typeface="Alegreya Sans"/>
              </a:rPr>
              <a:t>🚨  FOUNDING MEMBERS ARE NOW OPENING  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33856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Only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1,000 places</a:t>
            </a:r>
          </a:p>
          <a:p>
            <a:pPr algn="ctr">
              <a:lnSpc>
                <a:spcPct val="110000"/>
              </a:lnSpc>
              <a:spcAft>
                <a:spcPts val="2800"/>
              </a:spcAft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before public launch.</a:t>
            </a:r>
          </a:p>
          <a:p>
            <a:pPr algn="ctr">
              <a:lnSpc>
                <a:spcPct val="135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Because you’re already part of WLA, YOU get first access before anyone else.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 i="1">
                <a:solidFill>
                  <a:srgbClr val="FFFFFF"/>
                </a:solidFill>
                <a:latin typeface="Libre Baskerville"/>
              </a:rPr>
              <a:t>Once these places are gone…</a:t>
            </a:r>
          </a:p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they are gone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forever</a:t>
            </a:r>
            <a:r>
              <a:rPr sz="5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ONCE PHASE 1 CLOSES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Founding Member access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disappears.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30403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2496" y="2926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Founding Member access disappears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36347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5204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Pricing increases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2291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4114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This exact offer will never be available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220">
                <a:solidFill>
                  <a:srgbClr val="D97757"/>
                </a:solidFill>
                <a:latin typeface="Alegreya Sans"/>
              </a:rPr>
              <a:t>FOUNDING MEMBERS WILL RECEIVE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The LOWEST price WLA will ever be offered at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Early access before public launch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FREE access to the new WLA app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Future updates and new features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633679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263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A place inside the future of WLA from the very beginning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SO HERE’S WHAT FOUNDING MEMBERS RECEIVE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Everything you need to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actually keep going.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The 12 Week WLA Summer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638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Where your founding year begins.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584448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93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Weekly LIVE Coaching With Anna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221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Stay accountable, motivated and consistent.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513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Daily Coaching &amp; 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Support every single day, not just once a week.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01184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09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Female-Only WLA 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Women on the same journey.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59552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681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Access To ALL WLA Challenges For 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9729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Resets, challenges and accountability sprints all year.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6217919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12647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Founding Member Access To The New WLA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6455663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Early access to the next evolution of WLA.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73152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FOUNDING MEMBER 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463040"/>
            <a:ext cx="7589520" cy="4206240"/>
          </a:xfrm>
          <a:prstGeom prst="roundRect">
            <a:avLst>
              <a:gd name="adj" fmla="val 6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5A6478"/>
                </a:solidFill>
                <a:latin typeface="Alegreya Sans"/>
              </a:rPr>
              <a:t>ALL FOR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377440"/>
            <a:ext cx="7589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1">
                <a:solidFill>
                  <a:srgbClr val="D97757"/>
                </a:solidFill>
                <a:latin typeface="Libre Baskerville"/>
              </a:rPr>
              <a:t>£</a:t>
            </a:r>
            <a:r>
              <a:rPr sz="14000" b="1" i="0">
                <a:solidFill>
                  <a:srgbClr val="0E2746"/>
                </a:solidFill>
                <a:latin typeface="Libre Baskerville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 spc="200">
                <a:solidFill>
                  <a:srgbClr val="5A6478"/>
                </a:solidFill>
                <a:latin typeface="Alegreya Sans"/>
              </a:rPr>
              <a:t>1 year access  ·  Founding membership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97757"/>
                </a:solidFill>
                <a:latin typeface="Libre Baskerville"/>
              </a:rPr>
              <a:t>Just 26p per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E2746"/>
                </a:solidFill>
                <a:latin typeface="Libre Baskerville"/>
              </a:rPr>
              <a:t>The LOWEST price WLA will ever be offered 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2800"/>
              </a:spcAft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isn’t about starting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another diet.</a:t>
            </a:r>
          </a:p>
          <a:p>
            <a:pPr algn="ctr">
              <a:lnSpc>
                <a:spcPct val="140000"/>
              </a:lnSpc>
              <a:spcAft>
                <a:spcPts val="2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It’s about continuing the habits, support and momentum you’ve already worked so hard to build.</a:t>
            </a:r>
          </a:p>
          <a:p>
            <a:pPr algn="ctr">
              <a:lnSpc>
                <a:spcPct val="14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The women who maintain their results long term are usually the women who continue living the WLA lifestyle.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IMAGINE THIS BEING YOUR SUMMER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Reaching September still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building momentum.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Feeling lighter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More confident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Back in control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Reducing cravings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Building routines that actually stick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reaching September STILL building momentum instead of starting over again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Not because you were </a:t>
            </a:r>
            <a:r>
              <a:rPr sz="3600" b="0" i="1">
                <a:solidFill>
                  <a:srgbClr val="D97757"/>
                </a:solidFill>
                <a:latin typeface="Libre Baskerville"/>
              </a:rPr>
              <a:t>perfect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But because you finally had: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78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378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410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410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442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2474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74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The lifestyle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0" y="914400"/>
            <a:ext cx="576072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4EBDC"/>
                </a:solidFill>
                <a:latin typeface="Alegreya Sans"/>
              </a:rPr>
              <a:t>✨  YOUR CHANCE TO BE PART OF THE NEXT CHAPTER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3385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800"/>
              </a:spcAft>
            </a:pPr>
            <a:r>
              <a:rPr sz="5000" b="1" i="0">
                <a:solidFill>
                  <a:srgbClr val="0E2746"/>
                </a:solidFill>
                <a:latin typeface="Libre Baskerville"/>
              </a:rPr>
              <a:t>From the </a:t>
            </a:r>
            <a:r>
              <a:rPr sz="5000" b="0" i="1">
                <a:solidFill>
                  <a:srgbClr val="D97757"/>
                </a:solidFill>
                <a:latin typeface="Libre Baskerville"/>
              </a:rPr>
              <a:t>very beginning</a:t>
            </a:r>
            <a:r>
              <a:rPr sz="50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35000"/>
              </a:lnSpc>
              <a:spcAft>
                <a:spcPts val="20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Not just losing weight. Building a lifestyle that helps you KEEP the results too.</a:t>
            </a:r>
          </a:p>
          <a:p>
            <a:pPr algn="ctr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I truly believe this next phase of WLA is going to change everything for so many women.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31920" y="868680"/>
            <a:ext cx="4297680" cy="50292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FFFFF"/>
                </a:solidFill>
                <a:latin typeface="Alegreya Sans"/>
              </a:rPr>
              <a:t>FOUNDING MEMBERS · LIMITED 1,000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3385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And I cannot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wait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for you to be part of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4663440"/>
            <a:ext cx="4480560" cy="7772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0" y="466344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FFFFFF"/>
                </a:solidFill>
                <a:latin typeface="Alegreya Sans"/>
              </a:rPr>
              <a:t>JOIN AS A FOUNDING MEMBER 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0" spc="150">
                <a:solidFill>
                  <a:srgbClr val="F4EBDC"/>
                </a:solidFill>
                <a:latin typeface="Alegreya Sans"/>
              </a:rPr>
              <a:t>sales.thewlacademy.com/founding-member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