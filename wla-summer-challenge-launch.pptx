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0" y="82296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✦  SOMETHING BIG IS HAPPENING INSIDE WLA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solidFill>
                  <a:srgbClr val="0E2746"/>
                </a:solidFill>
                <a:latin typeface="Libre Baskerville"/>
              </a:rPr>
              <a:t>The Next Phase </a:t>
            </a:r>
            <a:r>
              <a:rPr sz="6400" b="0" i="1">
                <a:solidFill>
                  <a:srgbClr val="0E2746"/>
                </a:solidFill>
                <a:latin typeface="Libre Baskerville"/>
              </a:rPr>
              <a:t>of</a:t>
            </a:r>
          </a:p>
          <a:p>
            <a:pPr algn="ctr">
              <a:lnSpc>
                <a:spcPct val="110000"/>
              </a:lnSpc>
              <a:spcAft>
                <a:spcPts val="2400"/>
              </a:spcAft>
            </a:pPr>
            <a:r>
              <a:rPr sz="6400" b="0" i="1">
                <a:solidFill>
                  <a:srgbClr val="D97757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5A6478"/>
                </a:solidFill>
                <a:latin typeface="Alegreya Sans"/>
              </a:rPr>
              <a:t>A live announcement with Anna Wallace  ·  Founder of WLA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 QUICK WORD BEFORE WE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Today I want to share something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really exciting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with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Over the last few months, behind the scenes, we've been building something that I genuinely believe is going to change the future of WLA.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And honestly… I think this is going to change the game for so many women.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But before I reveal it… I want to talk about something important.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OVER THE LAST 11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WLA has helped over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50,000 women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healthier habits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Improve their health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Put type 2 diabetes into remission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27837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51755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finally feel back in control around food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ONE THING BECAME VERY CLEAR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hardest part of weight loss is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rarely starting.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4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hardest part… is maintaining the results once life gets busy again.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Most women do not struggle to LOSE weight. They struggle to KEEP it off once accountability disappears, routines slowly fade, old habits creep back in and life takes over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28016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Libre Baskerville"/>
              </a:rPr>
              <a:t>“I’ll start again </a:t>
            </a:r>
            <a:r>
              <a:rPr sz="6400" b="1" i="1">
                <a:solidFill>
                  <a:srgbClr val="E5917A"/>
                </a:solidFill>
                <a:latin typeface="Libre Baskerville"/>
              </a:rPr>
              <a:t>Monday</a:t>
            </a:r>
            <a:r>
              <a:rPr sz="6400" b="0" i="1">
                <a:solidFill>
                  <a:srgbClr val="FFFFFF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EBDC"/>
                </a:solidFill>
                <a:latin typeface="Alegreya Sans"/>
              </a:rPr>
              <a:t>And THAT is the cycle we want to help women finally break for good.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WOMEN WHO KEEP THE WEIGHT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Usually do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one thing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differently.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600"/>
              </a:spcAft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They continue the lifestyle.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stay connected to the support, accountability, routines, coaching and habits that helped create their results in the first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THE LIFESTYLE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They build a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lifestyle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 that supports their goals.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Real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Flexibility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EVOLUTION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resets and challenges were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never the finish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were designed to create momentum, help women reset, reduce cravings, rebuild consistency and create results quickly. And they work incredibly well for that.</a:t>
            </a:r>
          </a:p>
          <a:p>
            <a:pPr algn="l">
              <a:lnSpc>
                <a:spcPct val="15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But the women who achieve the best long-term results are usually the women who continue the habits and routines long after the challenge 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12080" y="13716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lose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the weight…</a:t>
            </a:r>
          </a:p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But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keep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66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“The women who keep the weight off</a:t>
            </a:r>
          </a:p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usually </a:t>
            </a:r>
            <a:r>
              <a:rPr sz="4800" b="1" i="1">
                <a:solidFill>
                  <a:srgbClr val="D97757"/>
                </a:solidFill>
                <a:latin typeface="Libre Baskerville"/>
              </a:rPr>
              <a:t>continue the lifestyle</a:t>
            </a:r>
            <a:r>
              <a:rPr sz="4800" b="0" i="1">
                <a:solidFill>
                  <a:srgbClr val="0E2746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 spc="200">
                <a:solidFill>
                  <a:srgbClr val="5A6478"/>
                </a:solidFill>
                <a:latin typeface="Alegreya Sans"/>
              </a:rPr>
              <a:t>— Anna Wallace, Founder of WLA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AND HONESTLY…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 live the </a:t>
            </a:r>
            <a:r>
              <a:rPr sz="5600" b="0" i="1">
                <a:solidFill>
                  <a:srgbClr val="D97757"/>
                </a:solidFill>
                <a:latin typeface="Libre Baskerville"/>
              </a:rPr>
              <a:t>WLA way</a:t>
            </a:r>
          </a:p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every single day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NOT PERFECTLY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But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consistently enough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to: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34975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91056" y="3383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Maintain my results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406450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395020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Feel good in myself</a:t>
            </a:r>
          </a:p>
        </p:txBody>
      </p:sp>
      <p:sp>
        <p:nvSpPr>
          <p:cNvPr id="9" name="Oval 8"/>
          <p:cNvSpPr/>
          <p:nvPr/>
        </p:nvSpPr>
        <p:spPr>
          <a:xfrm>
            <a:off x="1280160" y="463143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1056" y="451713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Stay in control around food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51983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50840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And build routines that fit real 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THAT LOOKS LIKE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still…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Plan my meals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Focus on simple nutrition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Enjoy indulgences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 my body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Prioritise routines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use the exact same principles we teach inside wla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WLA WAS NEVER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Another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short-term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 was designed to help women build a lifestyle they can actually LIVE with long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WLA isn’t something I just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teach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It’s something I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live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And honestly… that is why I’m so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passionate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about this</a:t>
            </a:r>
          </a:p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next phase of WLA.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WELCOME TO THE NEXT PHASE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The Weight Loss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&amp; Lifestyle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THIS NEXT CHAPTER IS ABOUT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About helping you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keep going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2346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8290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42341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Build routines that last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0177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4892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And finally stop starting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AND THAT’S WHY WE’VE BUILT SOMETHING HUGE…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Designed to help you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continue the WLA lifestyle.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41262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focused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6748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572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Continue the wla lifestyle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22350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512063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maintain results long after the initial weight loss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20">
                <a:solidFill>
                  <a:srgbClr val="FFFFFF"/>
                </a:solidFill>
                <a:latin typeface="Alegreya Sans"/>
              </a:rPr>
              <a:t>✨  INTRODUCING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 b="1" i="0">
                <a:solidFill>
                  <a:srgbClr val="FFFFFF"/>
                </a:solidFill>
                <a:latin typeface="Libre Baskerville"/>
              </a:rPr>
              <a:t>The Brand New </a:t>
            </a:r>
          </a:p>
          <a:p>
            <a:pPr algn="ctr">
              <a:lnSpc>
                <a:spcPct val="105000"/>
              </a:lnSpc>
            </a:pPr>
            <a:r>
              <a:rPr sz="9000" b="1" i="1">
                <a:solidFill>
                  <a:srgbClr val="E5917A"/>
                </a:solidFill>
                <a:latin typeface="Libre Baskerville"/>
              </a:rPr>
              <a:t>WLA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F4EBDC"/>
                </a:solidFill>
                <a:latin typeface="Libre Baskerville"/>
              </a:rPr>
              <a:t>Support in your pocket. 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FIRST…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another calorie-counting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It’s been built to help you: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52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Hold onto your results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to get consistent results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Stay accountable &amp; focused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the lifestyle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stop falling off track every time life gets busy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INSIDE THE APP YOU GET ACCESS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Everything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in one place.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Accountability &amp; progress tracking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Meal planning &amp; shopping lists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Recipes &amp; quick meals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Coaching &amp;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🚀  AVAILABLE INSIDE PHASE 1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Here’s what Founding Members get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immediately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From the moment you join, you unlock the very first version of the new WLA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Daily Accountability + Progress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focused without feeling overwhelmed.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Habits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more “I’ve completely fallen off track.”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Weight Loss Dashboard + Goal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motivated and watch the momentum build.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tracking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Visual progress graphs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Milestone tracking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Monthly check-ins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See how far you’ve come and keep momentum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Smart Weekly Meal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Plan your week in minutes.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Drag meals into breakfast, lunch &amp; dinner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you’re eating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to buy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organised during busy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Consistency becomes so much easier with a plan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Automatic Shopping 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Your shopping list, written for you.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Generated from your meal planner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Less stress, less overthinking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staying on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One tap. Sorted.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Meal Guides + Fresh Recipes Every Friday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Never feel stuck for ideas again.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Fresh recipes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 inspiration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Simple nutrition guidance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 meals &amp; no-cook options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Realistic ideas for busy lifestyles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New content added directly into the app every single week.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Extensive WLA Recipe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100s of delicious recipes built for real life.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loss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Busy women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Family life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Results without restriction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bland diet food. No miserable meal plans. No living on salads.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Lifestyle Tracking For Better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Because weight loss is about more than food alone.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Sleep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Stress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Movement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Water intake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Alcohol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Caffeine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Mood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Identify the habits helping (or hurting) your results.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Habit Tracking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Build habits that actually LAST beyond motivation.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Continuing the lifestyle long after the challenge 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Long-term results are built habit by habit.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Coaching Sessions With Anna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Coaching, accountability and momentum every week.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Coaching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Guidance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Motivation every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Always knowing what to focus on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10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connected with women on the same journey.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Share wins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Celebrate progress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Stop trying to do this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Like having support in your pocket every single 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1097280"/>
            <a:ext cx="4480560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4EBDC"/>
                </a:solidFill>
                <a:latin typeface="Alegreya Sans"/>
              </a:rPr>
              <a:t>✨  PLUS… THIS IS ONLY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Founding Members get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everything coming next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,</a:t>
            </a:r>
          </a:p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Future app updates and new features as WLA continues expanding, before our public Phase 2 launch in September.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97680" y="128016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🚀  COMING SOON ·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What’s coming next is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very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 exciting.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01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Personalised Protein + Fibre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Make consistency easier than ever.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fuller for longer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Make consistency easier than ever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02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Updated WLA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next evolution of the WLA approach.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Maintain results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a lifestyle that actually LASTS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03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Meal Photo Nutrition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Snap a photo. Get guidance.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Quicker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Easier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realistic for busy lives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04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On-Demand Support Inside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Support exactly when you need it most.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Feeling off track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Struggling with cravings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Needing support during a difficult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28016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lose weight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…</a:t>
            </a:r>
          </a:p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But helping them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keep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66160" y="91440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60">
                <a:solidFill>
                  <a:srgbClr val="FFFFFF"/>
                </a:solidFill>
                <a:latin typeface="Alegreya Sans"/>
              </a:rPr>
              <a:t>🚨  FOUNDING MEMBERS ARE NOW OPENING  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Only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1,000 places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before public launch.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Because you’re already part of WLA, YOU get first access before anyone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Once these places are gone…</a:t>
            </a:r>
          </a:p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they are gone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forever</a:t>
            </a:r>
            <a:r>
              <a:rPr sz="5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ONCE PHASE 1 CLOSES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Founding Member access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disappears.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30403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2496" y="2926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Founding Member access disappears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36347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5204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Pricing increases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2291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4114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This exact offer will never be available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220">
                <a:solidFill>
                  <a:srgbClr val="D97757"/>
                </a:solidFill>
                <a:latin typeface="Alegreya Sans"/>
              </a:rPr>
              <a:t>FOUNDING MEMBERS WILL RECEIVE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The LOWEST price WLA will ever be offered at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Early access before public launch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FREE access to the new WLA app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Future updates and new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633679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263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A place inside the future of WLA from the very beginning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SO HERE’S WHAT FOUNDING MEMBERS RECEIVE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Everything you need to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actually keep going.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638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Designed for women 45+ to lose, feel and finally maintain.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84448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93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FREE 12 month access to the new WLA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22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Coaching, planning, recipes, tracking — all in one place.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513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Every reset, challenge and accountability event.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01184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09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Weekly Coaching With Anna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Support, guidance and accountability every single week.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59552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681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Female-Only Community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97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Daily accountability and women on the same journey.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73152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FOUNDING MEMBER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463040"/>
            <a:ext cx="7589520" cy="4206240"/>
          </a:xfrm>
          <a:prstGeom prst="roundRect">
            <a:avLst>
              <a:gd name="adj" fmla="val 6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5A6478"/>
                </a:solidFill>
                <a:latin typeface="Alegreya Sans"/>
              </a:rPr>
              <a:t>ALL FOR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377440"/>
            <a:ext cx="7589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1">
                <a:solidFill>
                  <a:srgbClr val="D97757"/>
                </a:solidFill>
                <a:latin typeface="Libre Baskerville"/>
              </a:rPr>
              <a:t>£</a:t>
            </a:r>
            <a:r>
              <a:rPr sz="14000" b="1" i="0">
                <a:solidFill>
                  <a:srgbClr val="0E2746"/>
                </a:solidFill>
                <a:latin typeface="Libre Baskerville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 spc="200">
                <a:solidFill>
                  <a:srgbClr val="5A6478"/>
                </a:solidFill>
                <a:latin typeface="Alegreya Sans"/>
              </a:rPr>
              <a:t>one-time payment  ·  12 months of WLA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97757"/>
                </a:solidFill>
                <a:latin typeface="Libre Baskerville"/>
              </a:rPr>
              <a:t>That’s less than £1.90 per week.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E2746"/>
                </a:solidFill>
                <a:latin typeface="Libre Baskerville"/>
              </a:rPr>
              <a:t>The LOWEST price WLA will ever be offered 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isn’t about starting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another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It’s about continuing the habits, support and momentum you’ve already worked so hard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The women who maintain their results long term are usually the women who continue living the WLA lifestyle.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IMAGINE THIS BEING YOUR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Reaching September still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building momentum.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Feeling lighter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More confident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Back in control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Reducing cravings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Building routines that actually stick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reaching September STILL building momentum instead of starting over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Not because you were </a:t>
            </a:r>
            <a:r>
              <a:rPr sz="3600" b="0" i="1">
                <a:solidFill>
                  <a:srgbClr val="D97757"/>
                </a:solidFill>
                <a:latin typeface="Libre Baskerville"/>
              </a:rPr>
              <a:t>perfect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But because you finally had: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78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378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410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410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42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2474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74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The lifestyle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83280" y="914400"/>
            <a:ext cx="5394960" cy="41148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4EBDC"/>
                </a:solidFill>
                <a:latin typeface="Alegreya Sans"/>
              </a:rPr>
              <a:t>✨  YOUR CHANCE TO BE PART OF THE NEXT CHAPTER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0E2746"/>
                </a:solidFill>
                <a:latin typeface="Libre Baskerville"/>
              </a:rPr>
              <a:t>From the </a:t>
            </a:r>
            <a:r>
              <a:rPr sz="5000" b="0" i="1">
                <a:solidFill>
                  <a:srgbClr val="D97757"/>
                </a:solidFill>
                <a:latin typeface="Libre Baskerville"/>
              </a:rPr>
              <a:t>very beginning</a:t>
            </a:r>
            <a:r>
              <a:rPr sz="5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Not just losing weight. Building a lifestyle that helps you KEEP the results too.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I truly believe this next phase of WLA is going to change everything for so many women.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FFFFF"/>
                </a:solidFill>
                <a:latin typeface="Alegreya Sans"/>
              </a:rPr>
              <a:t>FOUNDING MEMBERS · LIMITED 1,000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And I cannot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wait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for you to be part of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5120640"/>
            <a:ext cx="4114800" cy="6858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FFFFFF"/>
                </a:solidFill>
                <a:latin typeface="Alegreya Sans"/>
              </a:rPr>
              <a:t>JOIN AS A FOUNDING MEMBER 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0" spc="150">
                <a:solidFill>
                  <a:srgbClr val="F4EBDC"/>
                </a:solidFill>
                <a:latin typeface="Alegreya Sans"/>
              </a:rPr>
              <a:t>sales.thewlacademy.com/wla-app-1yr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